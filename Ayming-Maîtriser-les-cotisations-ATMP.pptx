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questionnaires-de-maladie-professionnelle/" TargetMode="External"/><Relationship Id="rId5" Type="http://schemas.openxmlformats.org/officeDocument/2006/relationships/hyperlink" Target="https://ayming-france.github.io/pilotage-arrets-longue-duree/" TargetMode="External"/><Relationship Id="rId6" Type="http://schemas.openxmlformats.org/officeDocument/2006/relationships/hyperlink" Target="https://ayming-france.github.io/gestion-des-atmp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cotisations-atmp&amp;utm_content=testimonial" TargetMode="External"/><Relationship Id="rId4" Type="http://schemas.openxmlformats.org/officeDocument/2006/relationships/hyperlink" Target="https://www.ayming.fr/temoignages-clients/colruyt-securise-ses-couts-lies-aux-at-mp/?utm_source=slides-sales&amp;utm_medium=print&amp;utm_campaign=cotisations-atmp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2476" y="2164055"/>
            <a:ext cx="2509774" cy="35734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3671795" y="2164055"/>
            <a:ext cx="2509774" cy="35734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6391115" y="2164055"/>
            <a:ext cx="2509774" cy="35734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9110434" y="2164055"/>
            <a:ext cx="2509774" cy="35734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