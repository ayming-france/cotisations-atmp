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ayming-france.github.io/declarer-un-accident-du-travail/" TargetMode="External"/><Relationship Id="rId4" Type="http://schemas.openxmlformats.org/officeDocument/2006/relationships/hyperlink" Target="https://ayming-france.github.io/questionnaires-de-maladie-professionnelle/" TargetMode="External"/><Relationship Id="rId5" Type="http://schemas.openxmlformats.org/officeDocument/2006/relationships/hyperlink" Target="https://ayming-france.github.io/pilotage-arrets-longue-duree/" TargetMode="External"/><Relationship Id="rId6" Type="http://schemas.openxmlformats.org/officeDocument/2006/relationships/hyperlink" Target="https://ayming-france.github.io/gestion-des-atmp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hyperlink" Target="https://www.ayming.fr/temoignages-clients/stef-ameliore-pilotage-arret-travail-et-risques-professionnels/?utm_source=slides-sales&amp;utm_medium=print&amp;utm_campaign=cotisations-atmp&amp;utm_content=testimonial" TargetMode="External"/><Relationship Id="rId4" Type="http://schemas.openxmlformats.org/officeDocument/2006/relationships/hyperlink" Target="https://www.ayming.fr/temoignages-clients/colruyt-securise-ses-couts-lies-aux-at-mp/?utm_source=slides-sales&amp;utm_medium=print&amp;utm_campaign=cotisations-atmp&amp;utm_content=testimonia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952476" y="2164055"/>
            <a:ext cx="2509774" cy="357342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3671795" y="2164055"/>
            <a:ext cx="2509774" cy="357342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6391115" y="2164055"/>
            <a:ext cx="2509774" cy="357342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6"/>
          </p:cNvPr>
          <p:cNvSpPr/>
          <p:nvPr/>
        </p:nvSpPr>
        <p:spPr>
          <a:xfrm>
            <a:off x="9110434" y="2164055"/>
            <a:ext cx="2509774" cy="357342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047723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667133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