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tisations-at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cotisations-atmp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61980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481300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200619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8919939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