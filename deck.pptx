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tisations-at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cotisations-atmp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2476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671795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6391115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9110434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